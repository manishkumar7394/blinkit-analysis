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200"/>
    <a:srgbClr val="49702E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53" autoAdjust="0"/>
    <p:restoredTop sz="94637"/>
  </p:normalViewPr>
  <p:slideViewPr>
    <p:cSldViewPr snapToGrid="0">
      <p:cViewPr varScale="1">
        <p:scale>
          <a:sx n="83" d="100"/>
          <a:sy n="83" d="100"/>
        </p:scale>
        <p:origin x="240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B1A51-DBDF-4087-A106-5271BC574C7F}" type="datetimeFigureOut">
              <a:rPr lang="en-IN" smtClean="0"/>
              <a:t>02/07/26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CEBCE-4851-4B49-BA6F-F1194B81C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CEBCE-4851-4B49-BA6F-F1194B81CE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806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02/07/26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166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02/07/26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3819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02/07/26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417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02/07/26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9822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02/07/26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0457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02/07/26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0341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02/07/26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7824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02/07/26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8821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A8B7FD77-64CE-4E94-98DD-310047DA4970}" type="datetimeFigureOut">
              <a:rPr lang="en-IN" smtClean="0"/>
              <a:t>02/07/26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6510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02/07/26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885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02/07/26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9892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02/07/26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5534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02/07/26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5065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02/07/26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0831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02/07/26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16538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highlight>
                  <a:srgbClr val="FFFF00"/>
                </a:highlight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highlight>
                  <a:srgbClr val="FFFF00"/>
                </a:highlight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 and tableau.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0" y="3137296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8902" y="2985314"/>
            <a:ext cx="9070224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Total Sales: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Average Sales: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Number of Items: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Average Rating: The average customer rating for items sold.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169FA5-D69F-42A4-5536-E941EB82B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ject Jupyter - Wikipedia">
            <a:extLst>
              <a:ext uri="{FF2B5EF4-FFF2-40B4-BE49-F238E27FC236}">
                <a16:creationId xmlns:a16="http://schemas.microsoft.com/office/drawing/2014/main" id="{972C6F2B-0BE1-CEC3-14C2-356A65B2C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503" y="12610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5124691" y="94017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highlight>
                  <a:srgbClr val="FFD200"/>
                </a:highlight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highlight>
                  <a:srgbClr val="FFD200"/>
                </a:highlight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highlight>
                  <a:srgbClr val="FFD200"/>
                </a:highlight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highlight>
                  <a:srgbClr val="FFD200"/>
                </a:highlight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2"/>
                </a:solidFill>
                <a:highlight>
                  <a:srgbClr val="00FF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68" y="2442468"/>
            <a:ext cx="11117046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/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/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/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/>
              <a:t>	Chart Type: Stacked Column Chart.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FBAB8-8868-F60C-382A-AC6957B06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E1347EE7-FE29-0E29-BF15-30E6447AE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002" y="93835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highlight>
                  <a:srgbClr val="FFD2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68" y="2151727"/>
            <a:ext cx="1135380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4. Total Sales by Outlet Establishment: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/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/>
              <a:t>	Chart Type: Line Chart.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/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/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	Chart Type: Funnel Map.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08E2635-0769-D65B-377B-2B89B53AA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477DCD06-8CCD-19DF-C8D4-3B05B23C2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464" y="106357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9ECD33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98D1675B-7325-48AD-994B-0DEF3379A9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9864</TotalTime>
  <Words>351</Words>
  <Application>Microsoft Macintosh PowerPoint</Application>
  <PresentationFormat>Widescreen</PresentationFormat>
  <Paragraphs>36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Arial Rounded MT Bold</vt:lpstr>
      <vt:lpstr>Calibri</vt:lpstr>
      <vt:lpstr>Century Gothic</vt:lpstr>
      <vt:lpstr>Segoe UI Black</vt:lpstr>
      <vt:lpstr>Wingdings 2</vt:lpstr>
      <vt:lpstr>Quotable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Manish paswan</cp:lastModifiedBy>
  <cp:revision>16</cp:revision>
  <dcterms:created xsi:type="dcterms:W3CDTF">2024-06-24T12:27:37Z</dcterms:created>
  <dcterms:modified xsi:type="dcterms:W3CDTF">2026-07-02T11:10:25Z</dcterms:modified>
</cp:coreProperties>
</file>